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63040" y="1554480"/>
            <a:ext cx="9235440" cy="3840480"/>
          </a:xfrm>
          <a:prstGeom prst="roundRect">
            <a:avLst>
              <a:gd name="adj" fmla="val 8000"/>
            </a:avLst>
          </a:prstGeom>
          <a:solidFill>
            <a:srgbClr val="0E0E28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9235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22D3EE"/>
                </a:solidFill>
                <a:latin typeface="Segoe UI"/>
              </a:rPr>
              <a:t>🔮  PLACEMENT PREDICTOR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971800"/>
            <a:ext cx="9235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A78BFA"/>
                </a:solidFill>
                <a:latin typeface="Segoe UI"/>
              </a:rPr>
              <a:t>Machine Learning se jaano ki aapki placement hogi ya nahi!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749039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B9C0E8"/>
                </a:solidFill>
                <a:latin typeface="Segoe UI"/>
              </a:rPr>
              <a:t>Flask (Python)  •  HTML/CSS/JavaScript  •  scikit-learn  •  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297680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472B6"/>
                </a:solidFill>
                <a:latin typeface="Segoe UI"/>
              </a:rPr>
              <a:t>Created by Vikas Yadav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4846320"/>
            <a:ext cx="9235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787EA0"/>
                </a:solidFill>
                <a:latin typeface="Segoe U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🌐 Ye Website Kya Karti Hai?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Idea ek line me: student ka data daalo → ML model prediction dega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48056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Segoe UI"/>
              </a:rPr>
              <a:t>Kaise Kaam Karta Hai?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590800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514600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E8"/>
                </a:solidFill>
                <a:latin typeface="Segoe UI"/>
              </a:rPr>
              <a:t>Student apni details bharta hai (10th, 12th, CGPA, etc.)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974848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898648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E8"/>
                </a:solidFill>
                <a:latin typeface="Segoe UI"/>
              </a:rPr>
              <a:t>Website ye data Machine Learning model ko bhejti hai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358896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282696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E8"/>
                </a:solidFill>
                <a:latin typeface="Segoe UI"/>
              </a:rPr>
              <a:t>Model predict karta hai: placement hogi ya nahi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42944"/>
            <a:ext cx="114300" cy="1143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666744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E8"/>
                </a:solidFill>
                <a:latin typeface="Segoe UI"/>
              </a:rPr>
              <a:t>Saath me chance ka % bhi dikhata hai (gauge me)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126992"/>
            <a:ext cx="114300" cy="1143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050792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E8"/>
                </a:solidFill>
                <a:latin typeface="Segoe UI"/>
              </a:rPr>
              <a:t>Placed dikha to confetti celebration bhi hoti hai!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737360"/>
            <a:ext cx="5303520" cy="448056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9202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78BFA"/>
                </a:solidFill>
                <a:latin typeface="Segoe UI"/>
              </a:rPr>
              <a:t>Form me 8 Details Bharti 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14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•  10th Percentage (%)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51460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87EA0"/>
                </a:solidFill>
                <a:latin typeface="Segoe UI"/>
              </a:rPr>
              <a:t>e.g. 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260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•  12th Percentage (%)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92608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87EA0"/>
                </a:solidFill>
                <a:latin typeface="Segoe UI"/>
              </a:rPr>
              <a:t>e.g. 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375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•  CGPA (0 - 10)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3375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87EA0"/>
                </a:solidFill>
                <a:latin typeface="Segoe UI"/>
              </a:rPr>
              <a:t>e.g. 8.2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490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•  Internships ki sankhya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74904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87EA0"/>
                </a:solidFill>
                <a:latin typeface="Segoe UI"/>
              </a:rPr>
              <a:t>e.g.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1605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•  Projects ki sankhya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16052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87EA0"/>
                </a:solidFill>
                <a:latin typeface="Segoe UI"/>
              </a:rPr>
              <a:t>e.g.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5720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•  Aptitude Score (0-100)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57200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87EA0"/>
                </a:solidFill>
                <a:latin typeface="Segoe UI"/>
              </a:rPr>
              <a:t>e.g. 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9834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•  Communication Score (0-100)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98348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87EA0"/>
                </a:solidFill>
                <a:latin typeface="Segoe UI"/>
              </a:rPr>
              <a:t>e.g. 82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3949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•  Work Experience (Yes/No)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5394960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87EA0"/>
                </a:solidFill>
                <a:latin typeface="Segoe UI"/>
              </a:rPr>
              <a:t>Yes / 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🧩 Technology aur Languages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Website 3 hisso se bani hai: Backend + ML +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20116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Segoe UI"/>
              </a:rPr>
              <a:t>🐍  Python 3.13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E8F5"/>
                </a:solidFill>
                <a:latin typeface="Segoe UI"/>
              </a:rPr>
              <a:t>Backend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Flask app + ML model — pura dimaag isi me hai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66160" cy="20116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78BFA"/>
                </a:solidFill>
                <a:latin typeface="Segoe UI"/>
              </a:rPr>
              <a:t>🌐  Flask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E8F5"/>
                </a:solidFill>
                <a:latin typeface="Segoe UI"/>
              </a:rPr>
              <a:t>Web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Python ki lightweight library — website chalati hai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566160" cy="20116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472B6"/>
                </a:solidFill>
                <a:latin typeface="Segoe UI"/>
              </a:rPr>
              <a:t>🧠  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231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E8F5"/>
                </a:solidFill>
                <a:latin typeface="Segoe UI"/>
              </a:rPr>
              <a:t>ML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834640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Random Forest model train karne ke liye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3566160" cy="20116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4D399"/>
                </a:solidFill>
                <a:latin typeface="Segoe UI"/>
              </a:rPr>
              <a:t>🏠  HTML5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E8F5"/>
                </a:solidFill>
                <a:latin typeface="Segoe UI"/>
              </a:rPr>
              <a:t>Page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Website ka skeleton — forms, buttons, result box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77640"/>
            <a:ext cx="3566160" cy="20116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BBF24"/>
                </a:solidFill>
                <a:latin typeface="Segoe UI"/>
              </a:rPr>
              <a:t>🎨  CSS3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E8F5"/>
                </a:solidFill>
                <a:latin typeface="Segoe UI"/>
              </a:rPr>
              <a:t>Design + Animation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74920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Dark theme, glassmorphism, neon glow, animations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977640"/>
            <a:ext cx="3566160" cy="20116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Segoe UI"/>
              </a:rPr>
              <a:t>⚡  JavaScript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6634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E8F5"/>
                </a:solidFill>
                <a:latin typeface="Segoe UI"/>
              </a:rPr>
              <a:t>Interactivity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074920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Form data bhejna, animations, cursor, confetti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📁 Project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Har file ka kaam ek line 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760720" cy="4663440"/>
          </a:xfrm>
          <a:prstGeom prst="roundRect">
            <a:avLst>
              <a:gd name="adj" fmla="val 6000"/>
            </a:avLst>
          </a:prstGeom>
          <a:solidFill>
            <a:srgbClr val="0A0A2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01368"/>
            <a:ext cx="5431536" cy="4443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ADCFF"/>
                </a:solidFill>
                <a:latin typeface="Consolas"/>
              </a:rPr>
              <a:t>placement-predictor/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|-- app.py              &lt;- Flask website (backend)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|-- train_model.py      &lt;- ML model train karta hai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|-- model.pkl           &lt;- Trained model (auto save)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|-- placement_data.csv  &lt;- Dataset (2000 students)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|-- requirements.txt    &lt;- zaroori packages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|-- runtime.txt         &lt;- Python version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|-- templates/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   |-- index.html      &lt;- Main website page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   |-- login.html      &lt;- Login page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|-- static/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   |-- style.css       &lt;- Design + animations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   |-- script.js       &lt;- Website ka JS logic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|   |-- bg.js           &lt;- (backup background file)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91640"/>
            <a:ext cx="5029200" cy="466344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874519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4D399"/>
                </a:solidFill>
                <a:latin typeface="Segoe UI"/>
              </a:rPr>
              <a:t>Files ka Kaam</a:t>
            </a:r>
          </a:p>
        </p:txBody>
      </p:sp>
      <p:sp>
        <p:nvSpPr>
          <p:cNvPr id="10" name="Oval 9"/>
          <p:cNvSpPr/>
          <p:nvPr/>
        </p:nvSpPr>
        <p:spPr>
          <a:xfrm>
            <a:off x="6858000" y="2545080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246888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app.py — website ka dil: routes, login, predict API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3002280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292608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train_model.py — dataset + model banata hai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3459480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338328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model.pkl — trained Random Forest (auto load)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3916680"/>
            <a:ext cx="114300" cy="1143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384048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index.html — main page ka structure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4373880"/>
            <a:ext cx="114300" cy="1143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2" y="429768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login.html — login page (inline design)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4831080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475488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style.css — poora design + 10+ animations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5288280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521208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script.js — form logic + cursor + scan + confetti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🔒 Login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Bina login kiye website nahi khulti — session security</a:t>
            </a:r>
          </a:p>
        </p:txBody>
      </p:sp>
      <p:pic>
        <p:nvPicPr>
          <p:cNvPr id="6" name="Picture 5" descr="shot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461504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691640"/>
            <a:ext cx="5212080" cy="466344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745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472B6"/>
                </a:solidFill>
                <a:latin typeface="Segoe UI"/>
              </a:rPr>
              <a:t>Login Page Features</a:t>
            </a:r>
          </a:p>
        </p:txBody>
      </p:sp>
      <p:sp>
        <p:nvSpPr>
          <p:cNvPr id="9" name="Oval 8"/>
          <p:cNvSpPr/>
          <p:nvPr/>
        </p:nvSpPr>
        <p:spPr>
          <a:xfrm>
            <a:off x="6675120" y="2545080"/>
            <a:ext cx="114300" cy="1143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4688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Lamp + bulb animation (upar latka hua lamp)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3002280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29260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Username + Password form (POST se bhejta hai)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0" y="3459480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33832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Password hide/show ka 👁 toggle button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916680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8404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Galat password par red error message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4373880"/>
            <a:ext cx="114300" cy="1143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42976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Session server par save hota hai (secret_key)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4831080"/>
            <a:ext cx="114300" cy="114300"/>
          </a:xfrm>
          <a:prstGeom prst="ellipse">
            <a:avLst/>
          </a:prstGeom>
          <a:solidFill>
            <a:srgbClr val="787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47548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Credentials app.py me defined 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39496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87EA0"/>
                </a:solidFill>
                <a:latin typeface="Segoe UI"/>
              </a:rPr>
              <a:t>Security: @login_required decorator har page ko protect karta hai — bina login ke / par redirect ho jata hai.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🔧 Login ka Backend Code (app.py)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Flask routes + session + decorator — sab simple hai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943600" cy="4754880"/>
          </a:xfrm>
          <a:prstGeom prst="roundRect">
            <a:avLst>
              <a:gd name="adj" fmla="val 6000"/>
            </a:avLst>
          </a:prstGeom>
          <a:solidFill>
            <a:srgbClr val="0A0A2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55648"/>
            <a:ext cx="561441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DCFF"/>
                </a:solidFill>
                <a:latin typeface="Consolas"/>
              </a:rPr>
              <a:t># Login credentials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VALID_USERNAME = "vikas yadav"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VALID_PASSWORD = "pit jaunpur"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# Har page ko protect karne wala decorator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def login_required(f):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@wraps(f)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def wrapper(*args, **kwargs):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if not session.get("logged_in"):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    return redirect(url_for("login"))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return f(*args, **kwargs)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return wrapper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# Login route — GET se form, POST se check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@app.route("/login", methods=["GET", "POST"])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def login():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error = ""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if request.method == "POST":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username = request.form.get("username", "")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password = request.form.get("password", "")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if username == VALID_USERNAME \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   and password == VALID_PASSWORD: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    session["logged_in"] = True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    return redirect(url_for("home"))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error = "Galat username ya password!"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return render_template("login.html", error=error)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645920"/>
            <a:ext cx="4846320" cy="47548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8288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Segoe UI"/>
              </a:rPr>
              <a:t>Simple Bhasha Me</a:t>
            </a:r>
          </a:p>
        </p:txBody>
      </p:sp>
      <p:sp>
        <p:nvSpPr>
          <p:cNvPr id="10" name="Oval 9"/>
          <p:cNvSpPr/>
          <p:nvPr/>
        </p:nvSpPr>
        <p:spPr>
          <a:xfrm>
            <a:off x="7040880" y="2499360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2423160"/>
            <a:ext cx="4133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session — browser ke liye "identity card"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0" y="3002280"/>
            <a:ext cx="114300" cy="1143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2926080"/>
            <a:ext cx="4133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session['logged_in'] = True matlab login ho gaya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3505200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3429000"/>
            <a:ext cx="4133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Decorator har page par check karta hai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0" y="4008120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3931920"/>
            <a:ext cx="4133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Galat password par error variable me message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0" y="4511040"/>
            <a:ext cx="114300" cy="1143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4434840"/>
            <a:ext cx="4133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render_template() HTML file browser ko bhejta hai</a:t>
            </a:r>
          </a:p>
        </p:txBody>
      </p:sp>
      <p:sp>
        <p:nvSpPr>
          <p:cNvPr id="20" name="Oval 19"/>
          <p:cNvSpPr/>
          <p:nvPr/>
        </p:nvSpPr>
        <p:spPr>
          <a:xfrm>
            <a:off x="7040880" y="5013960"/>
            <a:ext cx="114300" cy="114300"/>
          </a:xfrm>
          <a:prstGeom prst="ellipse">
            <a:avLst/>
          </a:prstGeom>
          <a:solidFill>
            <a:srgbClr val="787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4937760"/>
            <a:ext cx="4133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url_for() sahi page ka path dhoondta hai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🏆 Main Website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Dark theme + glassmorphism card + animated background</a:t>
            </a:r>
          </a:p>
        </p:txBody>
      </p:sp>
      <p:pic>
        <p:nvPicPr>
          <p:cNvPr id="6" name="Picture 5" descr="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461504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691640"/>
            <a:ext cx="5212080" cy="466344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74519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78BFA"/>
                </a:solidFill>
                <a:latin typeface="Segoe UI"/>
              </a:rPr>
              <a:t>Screen par Kya Dikhta Hai</a:t>
            </a:r>
          </a:p>
        </p:txBody>
      </p:sp>
      <p:sp>
        <p:nvSpPr>
          <p:cNvPr id="9" name="Oval 8"/>
          <p:cNvSpPr/>
          <p:nvPr/>
        </p:nvSpPr>
        <p:spPr>
          <a:xfrm>
            <a:off x="6675120" y="2545080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4688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Animated background — particles + shooting stars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3002280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29260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Floating glowing orbs (mouse ke saath chalti hain)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0" y="3459480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33832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Glassmorphism card — mouse par 3D tilt hota hai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0" y="3916680"/>
            <a:ext cx="114300" cy="1143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8404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Gradient animated title + typewriter subtitle</a:t>
            </a:r>
          </a:p>
        </p:txBody>
      </p:sp>
      <p:sp>
        <p:nvSpPr>
          <p:cNvPr id="17" name="Oval 16"/>
          <p:cNvSpPr/>
          <p:nvPr/>
        </p:nvSpPr>
        <p:spPr>
          <a:xfrm>
            <a:off x="6675120" y="4373880"/>
            <a:ext cx="114300" cy="1143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42976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⚡ Power bar — fields bharo utna % badhta hai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4831080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47548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Magnetic Predict button (cursor ko khichta hai)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5288280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5212080"/>
            <a:ext cx="44988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Neon 'Created by Vikas Yadav' credit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📋 Form Bharo → Prediction 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Form bharne par power bar full, submit par AI scan + result</a:t>
            </a:r>
          </a:p>
        </p:txBody>
      </p:sp>
      <p:pic>
        <p:nvPicPr>
          <p:cNvPr id="6" name="Picture 5" descr="shot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291072" cy="3931920"/>
          </a:xfrm>
          <a:prstGeom prst="rect">
            <a:avLst/>
          </a:prstGeom>
        </p:spPr>
      </p:pic>
      <p:pic>
        <p:nvPicPr>
          <p:cNvPr id="7" name="Picture 6" descr="shot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645920"/>
            <a:ext cx="6291072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66928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① Form bharte waqt — Power bar badhta hai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566928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② Predict ke baad — Gauge + confetti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1645920"/>
            <a:ext cx="3200400" cy="448056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182880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4D399"/>
                </a:solidFill>
                <a:latin typeface="Segoe UI"/>
              </a:rPr>
              <a:t>Result Me Kya Milta Hai</a:t>
            </a:r>
          </a:p>
        </p:txBody>
      </p:sp>
      <p:sp>
        <p:nvSpPr>
          <p:cNvPr id="12" name="Oval 11"/>
          <p:cNvSpPr/>
          <p:nvPr/>
        </p:nvSpPr>
        <p:spPr>
          <a:xfrm>
            <a:off x="8732520" y="2499360"/>
            <a:ext cx="114300" cy="1143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8552" y="2423160"/>
            <a:ext cx="2487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Placed / Not Placed</a:t>
            </a:r>
          </a:p>
        </p:txBody>
      </p:sp>
      <p:sp>
        <p:nvSpPr>
          <p:cNvPr id="14" name="Oval 13"/>
          <p:cNvSpPr/>
          <p:nvPr/>
        </p:nvSpPr>
        <p:spPr>
          <a:xfrm>
            <a:off x="8732520" y="2974848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2898648"/>
            <a:ext cx="2487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Chance ka exact %</a:t>
            </a:r>
          </a:p>
        </p:txBody>
      </p:sp>
      <p:sp>
        <p:nvSpPr>
          <p:cNvPr id="16" name="Oval 15"/>
          <p:cNvSpPr/>
          <p:nvPr/>
        </p:nvSpPr>
        <p:spPr>
          <a:xfrm>
            <a:off x="8732520" y="3450336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3374136"/>
            <a:ext cx="2487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Neon circular gauge</a:t>
            </a:r>
          </a:p>
        </p:txBody>
      </p:sp>
      <p:sp>
        <p:nvSpPr>
          <p:cNvPr id="18" name="Oval 17"/>
          <p:cNvSpPr/>
          <p:nvPr/>
        </p:nvSpPr>
        <p:spPr>
          <a:xfrm>
            <a:off x="8732520" y="3925824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3849624"/>
            <a:ext cx="2487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Confetti celebration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4401312"/>
            <a:ext cx="114300" cy="1143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8552" y="4325112"/>
            <a:ext cx="2487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Hologram glitch reveal</a:t>
            </a:r>
          </a:p>
        </p:txBody>
      </p:sp>
      <p:sp>
        <p:nvSpPr>
          <p:cNvPr id="22" name="Oval 21"/>
          <p:cNvSpPr/>
          <p:nvPr/>
        </p:nvSpPr>
        <p:spPr>
          <a:xfrm>
            <a:off x="8732520" y="4876800"/>
            <a:ext cx="114300" cy="114300"/>
          </a:xfrm>
          <a:prstGeom prst="ellipse">
            <a:avLst/>
          </a:prstGeom>
          <a:solidFill>
            <a:srgbClr val="787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88552" y="4800600"/>
            <a:ext cx="2487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AI scan line animation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🤖 Prediction Ka Code (app.py)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Form ka data → model → JSON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035040" cy="4754880"/>
          </a:xfrm>
          <a:prstGeom prst="roundRect">
            <a:avLst>
              <a:gd name="adj" fmla="val 6000"/>
            </a:avLst>
          </a:prstGeom>
          <a:solidFill>
            <a:srgbClr val="0A0A2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55648"/>
            <a:ext cx="570585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DCFF"/>
                </a:solidFill>
                <a:latin typeface="Consolas"/>
              </a:rPr>
              <a:t># Form se aane wale fields (same order me model ko bhejte hain)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FEATURES = [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"tenth_percent", "twelfth_percent", "cgpa",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"internships", "projects", "aptitude_score",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"communication_score", "work_experience",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]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@app.route("/predict", methods=["POST"])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@login_required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def predict():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# JavaScript se student ka data aata hai (JSON)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data = request.get_json()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# Form ki values ko number me badlo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values = [float(data[f]) for f in FEATURES]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# Model ko do — lag 0.5 se placement ka chance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prob = model.predict_proba([values])[0][1]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placed = prob &gt;= 0.5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percent = round(prob * 100, 1)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# Browser ko JSON wapas bhejo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return jsonify({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"prediction": "Placed" if placed else "Not Placed",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"probability": percent,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 "message": "Strong profile!" if placed else "Skills improve karo!",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})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45920"/>
            <a:ext cx="4754880" cy="47548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472B6"/>
                </a:solidFill>
                <a:latin typeface="Segoe UI"/>
              </a:rPr>
              <a:t>Flow Samjho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6888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2D3EE"/>
                </a:solidFill>
                <a:latin typeface="Segoe UI"/>
              </a:rPr>
              <a:t>1. JavaScript fetch() se JSON bhejta hai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01752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78BFA"/>
                </a:solidFill>
                <a:latin typeface="Segoe UI"/>
              </a:rPr>
              <a:t>2. Flask request.get_json() me padhta hai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56616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472B6"/>
                </a:solidFill>
                <a:latin typeface="Segoe UI"/>
              </a:rPr>
              <a:t>3. model.predict_proba() chance nikalta hai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11480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4D399"/>
                </a:solidFill>
                <a:latin typeface="Segoe UI"/>
              </a:rPr>
              <a:t>4. probability &gt;= 50 → Placed, warna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66344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BBF24"/>
                </a:solidFill>
                <a:latin typeface="Segoe UI"/>
              </a:rPr>
              <a:t>5. jsonify() se browser ko JSON wapas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21208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87EA0"/>
                </a:solidFill>
                <a:latin typeface="Segoe UI"/>
              </a:rPr>
              <a:t>6. JS result ko animation ke saath dikhata hai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🧠 Machine Learning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Random Forest Classifier — scikit-learn se train hua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760720" cy="4754880"/>
          </a:xfrm>
          <a:prstGeom prst="roundRect">
            <a:avLst>
              <a:gd name="adj" fmla="val 6000"/>
            </a:avLst>
          </a:prstGeom>
          <a:solidFill>
            <a:srgbClr val="0A0A2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55648"/>
            <a:ext cx="543153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DCFF"/>
                </a:solidFill>
                <a:latin typeface="Consolas"/>
              </a:rPr>
              <a:t># train_model.py ka core hissa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# 1. Dataset banaya — 2000 students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n = 2000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tenth = rng.normal(78, 9, n)     # 10th marks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cgpa  = rng.normal(7.5, 0.9, n)  # CGPA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# ... 8 features total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# 2. Placement chance ka formula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chance = (cgpa/10)*30 + (tenth/100)*15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+ internships*8 + projects*2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+ aptitude*0.15 + communication*0.15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      + work_exp*5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placed = (chance + noise &gt; 75).astype(int)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# 3. Model train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model = RandomForestClassifier(n_estimators=100)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model.fit(X_train, y_train)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# 4. Save for website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joblib.dump(model, "model.pkl")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# accuracy: ~87%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5029200" cy="47548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Segoe UI"/>
              </a:rPr>
              <a:t>Random Forest Kya Hai?</a:t>
            </a:r>
          </a:p>
        </p:txBody>
      </p:sp>
      <p:sp>
        <p:nvSpPr>
          <p:cNvPr id="10" name="Oval 9"/>
          <p:cNvSpPr/>
          <p:nvPr/>
        </p:nvSpPr>
        <p:spPr>
          <a:xfrm>
            <a:off x="6858000" y="2499360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2" y="242316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100 chhote decision trees ka group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0" y="2956560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288036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Har tree apna guess karta hai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3413760"/>
            <a:ext cx="114300" cy="1143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2" y="333756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Sabka majority vote = final answer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3870960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379476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8 features input: marks, CGPA, skills...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4328160"/>
            <a:ext cx="114300" cy="1143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14032" y="425196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Output: 0 (Not Placed) ya 1 (Placed)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4785360"/>
            <a:ext cx="114300" cy="114300"/>
          </a:xfrm>
          <a:prstGeom prst="ellipse">
            <a:avLst/>
          </a:prstGeom>
          <a:solidFill>
            <a:srgbClr val="787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470916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predict_proba() se % chance milta hai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5242560"/>
            <a:ext cx="114300" cy="114300"/>
          </a:xfrm>
          <a:prstGeom prst="ellipse">
            <a:avLst/>
          </a:prstGeom>
          <a:solidFill>
            <a:srgbClr val="B9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5166360"/>
            <a:ext cx="43159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Dataset: placement_data.csv (2000 rows)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🏠 HTML — Website ka Skeleton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index.html — ye structure browser ko bhejta hai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943600" cy="4754880"/>
          </a:xfrm>
          <a:prstGeom prst="roundRect">
            <a:avLst>
              <a:gd name="adj" fmla="val 6000"/>
            </a:avLst>
          </a:prstGeom>
          <a:solidFill>
            <a:srgbClr val="0A0A2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55648"/>
            <a:ext cx="561441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ADCFF"/>
                </a:solidFill>
                <a:latin typeface="Consolas"/>
              </a:rPr>
              <a:t>&lt;!-- templates/index.html (simplified) --&gt;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&lt;canvas id="bgParticles"&gt;&lt;/canvas&gt;  &lt;!-- background --&gt;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&lt;div class="container"&gt;             &lt;!-- glass card --&gt;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&lt;header&gt;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&lt;h1 id="mainTitle"&gt;Placement Predictor&lt;/h1&gt;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&lt;p id="tagline"&gt;Apni details bharo...&lt;/p&gt;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&lt;div class="badge"&gt;AI Powered&lt;/div&gt;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&lt;/header&gt;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&lt;div class="charge"&gt;...&lt;/div&gt;     &lt;!-- power bar --&gt;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&lt;form id="predictForm"&gt;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&lt;label&gt;10th Percentage&lt;/label&gt;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&lt;input type="number" id="tenth_percent" /&gt;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&lt;!-- ... 8 fields total ... --&gt;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&lt;button type="submit"&gt;Predict&lt;/button&gt;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&lt;/form&gt;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&lt;div id="result" class="hidden"&gt;  &lt;!-- result box --&gt;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&lt;h2 id="predictionText"&gt;&lt;/h2&gt;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&lt;div class="gauge"&gt;             &lt;!-- neon ring --&gt;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  &lt;svg&gt;...&lt;/svg&gt;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&lt;/div&gt;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&lt;p id="messageText"&gt;&lt;/p&gt;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&lt;/div&gt;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&lt;/div&gt;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645920"/>
            <a:ext cx="4846320" cy="47548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8288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4D399"/>
                </a:solidFill>
                <a:latin typeface="Segoe UI"/>
              </a:rPr>
              <a:t>HTML Kya Fix Karta Hai</a:t>
            </a:r>
          </a:p>
        </p:txBody>
      </p:sp>
      <p:sp>
        <p:nvSpPr>
          <p:cNvPr id="10" name="Oval 9"/>
          <p:cNvSpPr/>
          <p:nvPr/>
        </p:nvSpPr>
        <p:spPr>
          <a:xfrm>
            <a:off x="7040880" y="2499360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2423160"/>
            <a:ext cx="4133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canvas — animated background ka drawing area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0" y="3002280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2926080"/>
            <a:ext cx="4133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form + input — user ki 8 details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3505200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96912" y="3429000"/>
            <a:ext cx="4133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id='result' — JS isi me prediction likhta hai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0" y="4008120"/>
            <a:ext cx="114300" cy="1143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96912" y="3931920"/>
            <a:ext cx="4133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SVG circle — neon gauge ring banati hai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0" y="4511040"/>
            <a:ext cx="114300" cy="1143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4434840"/>
            <a:ext cx="4133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hidden class — result pehle chhupa rehta hai</a:t>
            </a:r>
          </a:p>
        </p:txBody>
      </p:sp>
      <p:sp>
        <p:nvSpPr>
          <p:cNvPr id="20" name="Oval 19"/>
          <p:cNvSpPr/>
          <p:nvPr/>
        </p:nvSpPr>
        <p:spPr>
          <a:xfrm>
            <a:off x="7040880" y="5013960"/>
            <a:ext cx="114300" cy="114300"/>
          </a:xfrm>
          <a:prstGeom prst="ellipse">
            <a:avLst/>
          </a:prstGeom>
          <a:solidFill>
            <a:srgbClr val="787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4937760"/>
            <a:ext cx="413308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url_for() — CSS/JS ka sahi path deta hai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🎨 CSS — Design + 15+ Animations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style.css — website ko sundar aur jaandar banata hai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86400" cy="47548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78BFA"/>
                </a:solidFill>
                <a:latin typeface="Segoe UI"/>
              </a:rPr>
              <a:t>Design Techniques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499360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423160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E8"/>
                </a:solidFill>
                <a:latin typeface="Segoe UI"/>
              </a:rPr>
              <a:t>Glassmorphism — card par blur + transparency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002280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926080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E8"/>
                </a:solidFill>
                <a:latin typeface="Segoe UI"/>
              </a:rPr>
              <a:t>Neon glow — box-shadow se chamak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05200"/>
            <a:ext cx="114300" cy="1143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429000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E8"/>
                </a:solidFill>
                <a:latin typeface="Segoe UI"/>
              </a:rPr>
              <a:t>Gradient text — title me 3 rang badalte hain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008120"/>
            <a:ext cx="114300" cy="1143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931920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E8"/>
                </a:solidFill>
                <a:latin typeface="Segoe UI"/>
              </a:rPr>
              <a:t>Dark theme — #07071a background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511040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4434840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E8"/>
                </a:solidFill>
                <a:latin typeface="Segoe UI"/>
              </a:rPr>
              <a:t>CSS variables — ek jagah rang define, jagah jagah use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013960"/>
            <a:ext cx="114300" cy="114300"/>
          </a:xfrm>
          <a:prstGeom prst="ellipse">
            <a:avLst/>
          </a:prstGeom>
          <a:solidFill>
            <a:srgbClr val="B9C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937760"/>
            <a:ext cx="4773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B9C0E8"/>
                </a:solidFill>
                <a:latin typeface="Segoe UI"/>
              </a:rPr>
              <a:t>Backdrop filter — background blur effect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645920"/>
            <a:ext cx="5303520" cy="47548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828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472B6"/>
                </a:solidFill>
                <a:latin typeface="Segoe UI"/>
              </a:rPr>
              <a:t>Animations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231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D3EE"/>
                </a:solidFill>
                <a:latin typeface="Segoe UI"/>
              </a:rPr>
              <a:t>•  @keyframes float1/2/3 — orbs ka float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0720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78BFA"/>
                </a:solidFill>
                <a:latin typeface="Segoe UI"/>
              </a:rPr>
              <a:t>•  @keyframes bgShift — background ka rang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191256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472B6"/>
                </a:solidFill>
                <a:latin typeface="Segoe UI"/>
              </a:rPr>
              <a:t>•  @keyframes letterIn — title ke letters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75304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4D399"/>
                </a:solidFill>
                <a:latin typeface="Segoe UI"/>
              </a:rPr>
              <a:t>•  @keyframes caretBlink — typewriter cursor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95935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BBF24"/>
                </a:solidFill>
                <a:latin typeface="Segoe UI"/>
              </a:rPr>
              <a:t>•  @keyframes shine — button par light sweep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3434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D3EE"/>
                </a:solidFill>
                <a:latin typeface="Segoe UI"/>
              </a:rPr>
              <a:t>•  @keyframes scanSweep — AI scan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727448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78BFA"/>
                </a:solidFill>
                <a:latin typeface="Segoe UI"/>
              </a:rPr>
              <a:t>•  @keyframes glitchIn — hologram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111496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F472B6"/>
                </a:solidFill>
                <a:latin typeface="Segoe UI"/>
              </a:rPr>
              <a:t>•  @keyframes eqBounce — thinking bars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495544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4D399"/>
                </a:solidFill>
                <a:latin typeface="Segoe UI"/>
              </a:rPr>
              <a:t>•  @keyframes neonFlicker — credit 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⚡ JavaScript — Website ki Jaan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script.js — sab kuch chalata hai (500+ lines)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66160" cy="210312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0136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Segoe UI"/>
              </a:rPr>
              <a:t>1. Background Animation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Canvas par 70 particles move + connect.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Mouse ke paas cyan lines.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Shooting stars aati rehti hain.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66160" cy="210312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0136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A78BFA"/>
                </a:solidFill>
                <a:latin typeface="Segoe UI"/>
              </a:rPr>
              <a:t>2. Title + Typewriter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86000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Har letter span me wrap.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Ek-ek karke uchhal ke aata hai.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Subtitle akshar-akshar likhta hai.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91640"/>
            <a:ext cx="3566160" cy="210312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80136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472B6"/>
                </a:solidFill>
                <a:latin typeface="Segoe UI"/>
              </a:rPr>
              <a:t>3. 3D Tilt + Cursor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286000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Card mouse ke saath tilt.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Custom neon dot + ring cursor.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Orbs parallax move karti hain.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40"/>
            <a:ext cx="3566160" cy="210312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08736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4D399"/>
                </a:solidFill>
                <a:latin typeface="Segoe UI"/>
              </a:rPr>
              <a:t>4. Form + Fetch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572000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8 fields ka data collect.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fetch('/predict') se JSON bhej.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Response me prediction padh.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977640"/>
            <a:ext cx="3566160" cy="210312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408736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BBF24"/>
                </a:solidFill>
                <a:latin typeface="Segoe UI"/>
              </a:rPr>
              <a:t>5. Result Animations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572000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Gauge ring bharti hai (SVG).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% count-up hota hai.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Placed ho to confetti barish.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977640"/>
            <a:ext cx="3566160" cy="210312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408736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2D3EE"/>
                </a:solidFill>
                <a:latin typeface="Segoe UI"/>
              </a:rPr>
              <a:t>6. AI Scan + Glitch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572000"/>
            <a:ext cx="3200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Scan line card par sweep.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Fields sequence me highlight.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B9C0E8"/>
                </a:solidFill>
                <a:latin typeface="Segoe UI"/>
              </a:rPr>
              <a:t>Result hologram glitch se aata hai.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📝 JavaScript Code — Form Submit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User click karta hai → data jaata hai → result aata hai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400800" cy="4754880"/>
          </a:xfrm>
          <a:prstGeom prst="roundRect">
            <a:avLst>
              <a:gd name="adj" fmla="val 6000"/>
            </a:avLst>
          </a:prstGeom>
          <a:solidFill>
            <a:srgbClr val="0A0A2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55648"/>
            <a:ext cx="6071616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ADCFF"/>
                </a:solidFill>
                <a:latin typeface="Consolas"/>
              </a:rPr>
              <a:t>// script.js — form submit hone par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document.getElementById("predictForm")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.addEventListener("submit", async function (e) {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e.preventDefault();   // page reload mat ho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// 1. Saari fields ka data lo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const data = {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tenth_percent:  document.getElementById("tenth_percent").value,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twelfth_percent: document.getElementById("twelfth_percent").value,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cgpa:           document.getElementById("cgpa").value,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internships:    document.getElementById("internships").value,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projects:       document.getElementById("projects").value,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aptitude_score: document.getElementById("aptitude_score").value,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communication_score: ...,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work_experience: ...,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};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startScan();  // AI scan animation chalu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// 2. Flask server ko bhejo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const response = await fetch("/predict", {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method: "POST",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headers: { "Content-Type": "application/json" },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  body: JSON.stringify(data),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});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// 3. Result lo aur dikhao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const result = await response.json();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gaugeFill.style.strokeDashoffset = ...;  // ring bharo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countUp(probText, result.probability);   // % count-up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  if (result.probability &gt;= 50) fireConfetti();  // celebration</a:t>
            </a:r>
          </a:p>
          <a:p>
            <a:r>
              <a:rPr sz="1100">
                <a:solidFill>
                  <a:srgbClr val="AADCFF"/>
                </a:solidFill>
                <a:latin typeface="Consolas"/>
              </a:rPr>
              <a:t>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45920"/>
            <a:ext cx="4389120" cy="475488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82880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Segoe UI"/>
              </a:rPr>
              <a:t>3 Steps 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46888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78BFA"/>
                </a:solidFill>
                <a:latin typeface="Segoe UI"/>
              </a:rPr>
              <a:t>•  data object — sab fields 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92608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72B6"/>
                </a:solidFill>
                <a:latin typeface="Segoe UI"/>
              </a:rPr>
              <a:t>•  fetch() — server ko JSON bhejta hai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38328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4D399"/>
                </a:solidFill>
                <a:latin typeface="Segoe UI"/>
              </a:rPr>
              <a:t>•  await — response ka wait karta hai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84048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BBF24"/>
                </a:solidFill>
                <a:latin typeface="Segoe UI"/>
              </a:rPr>
              <a:t>•  result.prediction — Placed/Not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29768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2D3EE"/>
                </a:solidFill>
                <a:latin typeface="Segoe UI"/>
              </a:rPr>
              <a:t>•  result.probability — % chance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75488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72B6"/>
                </a:solidFill>
                <a:latin typeface="Segoe UI"/>
              </a:rPr>
              <a:t>•  startScan() — AI scan animation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521208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78BFA"/>
                </a:solidFill>
                <a:latin typeface="Segoe UI"/>
              </a:rPr>
              <a:t>•  countUp() — % smooth badhta hai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66928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4D399"/>
                </a:solidFill>
                <a:latin typeface="Segoe UI"/>
              </a:rPr>
              <a:t>•  fireConfetti() — celebration!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▶️ Kaise Chalayein aur Deploy Karein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2 command me website apne computer par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86400" cy="457200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34D399"/>
                </a:solidFill>
                <a:latin typeface="Segoe UI"/>
              </a:rPr>
              <a:t>Computer Par Chalane 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4937760" cy="1463040"/>
          </a:xfrm>
          <a:prstGeom prst="roundRect">
            <a:avLst>
              <a:gd name="adj" fmla="val 6000"/>
            </a:avLst>
          </a:prstGeom>
          <a:solidFill>
            <a:srgbClr val="0A0A2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578608"/>
            <a:ext cx="4608576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AADCFF"/>
                </a:solidFill>
                <a:latin typeface="Consolas"/>
              </a:rPr>
              <a:t># Step 1 — model train (ek baar)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python train_model.py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# Step 2 — website chalao</a:t>
            </a:r>
          </a:p>
          <a:p>
            <a:r>
              <a:rPr sz="1300">
                <a:solidFill>
                  <a:srgbClr val="AADCFF"/>
                </a:solidFill>
                <a:latin typeface="Consolas"/>
              </a:rPr>
              <a:t>python 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Phir browser me kholo: http://127.0.0.1:5000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Dusre device (same WiFi) ke liye: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Terminal me jo IP print hota hai wahi use karo.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Credentials: vikas yadav / pit jaunpur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303520" cy="457200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19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2D3EE"/>
                </a:solidFill>
                <a:latin typeface="Segoe UI"/>
              </a:rPr>
              <a:t>Free Deploy (Render.com)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468880"/>
            <a:ext cx="4754880" cy="2103120"/>
          </a:xfrm>
          <a:prstGeom prst="roundRect">
            <a:avLst>
              <a:gd name="adj" fmla="val 6000"/>
            </a:avLst>
          </a:prstGeom>
          <a:solidFill>
            <a:srgbClr val="0A0A2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2578608"/>
            <a:ext cx="442569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AADCFF"/>
                </a:solidFill>
                <a:latin typeface="Consolas"/>
              </a:rPr>
              <a:t># Build command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pip install -r requirements.txt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# Start command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gunicorn app:app --bind 0.0.0.0:$PORT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ADCFF"/>
                </a:solidFill>
                <a:latin typeface="Consolas"/>
              </a:rPr>
              <a:t># Instance: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5488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GitHub → Render → Web Service → repo select → Deploy.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B9C0E8"/>
                </a:solidFill>
                <a:latin typeface="Segoe UI"/>
              </a:rPr>
              <a:t>Free plan: 15 min idle par website so jati hai (cold start).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E8E8F5"/>
                </a:solidFill>
                <a:latin typeface="Segoe UI"/>
              </a:rPr>
              <a:t>✨ Website ki Khaas Baatein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960120"/>
            <a:ext cx="1463040" cy="63500"/>
          </a:xfrm>
          <a:prstGeom prst="round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Ek line me: simple code + tagda ML + zabardast animations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05000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5230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🧠 ML Powered — Random Forest (87% accuracy)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71928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95728"/>
            <a:ext cx="5230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🔒 Login Security — session + decorator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38856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962656"/>
            <a:ext cx="5230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🎯 8 Features se accurate prediction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605784"/>
            <a:ext cx="114300" cy="1143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529584"/>
            <a:ext cx="5230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📊 Neon gauge + count-up percentage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172712"/>
            <a:ext cx="114300" cy="1143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096512"/>
            <a:ext cx="5230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🎉 Confetti celebration (Placed ho to)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739640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663440"/>
            <a:ext cx="5230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🔍 AI scan animation (predict karte waqt)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1905000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828800"/>
            <a:ext cx="5230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🎨 15+ custom CSS animations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2471928"/>
            <a:ext cx="114300" cy="1143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395728"/>
            <a:ext cx="5230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🖱 Custom neon cursor (dot + ring)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3038856"/>
            <a:ext cx="114300" cy="1143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2962656"/>
            <a:ext cx="5230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💨 Glassmorphism + 3D tilt card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3605784"/>
            <a:ext cx="114300" cy="1143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529584"/>
            <a:ext cx="5230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🚀 Zero external libraries — pure CSS/JS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4172712"/>
            <a:ext cx="114300" cy="1143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096512"/>
            <a:ext cx="5230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📱 Mobile friendly + reduced motion support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4739640"/>
            <a:ext cx="114300" cy="11430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663440"/>
            <a:ext cx="52303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C0E8"/>
                </a:solidFill>
                <a:latin typeface="Segoe UI"/>
              </a:rPr>
              <a:t>🌐 Deploy ready — Render free hosting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94960"/>
            <a:ext cx="11064240" cy="1005840"/>
          </a:xfrm>
          <a:prstGeom prst="roundRect">
            <a:avLst>
              <a:gd name="adj" fmla="val 15000"/>
            </a:avLst>
          </a:prstGeom>
          <a:solidFill>
            <a:srgbClr val="141430"/>
          </a:solidFill>
          <a:ln w="12700">
            <a:solidFill>
              <a:srgbClr val="3C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8E8F5"/>
                </a:solidFill>
                <a:latin typeface="Segoe UI"/>
              </a:rPr>
              <a:t>Total Code: app.py (119 lines) + train_model.py (89) + index.html (118) + login.html (271) + style.css (868) + script.js (593)  ≈  2000+ lines — sab handwritten, koi library nahi!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011680" y="2011680"/>
            <a:ext cx="8138160" cy="2834640"/>
          </a:xfrm>
          <a:prstGeom prst="roundRect">
            <a:avLst>
              <a:gd name="adj" fmla="val 10000"/>
            </a:avLst>
          </a:prstGeom>
          <a:solidFill>
            <a:srgbClr val="0E0E28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377440"/>
            <a:ext cx="8138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22D3EE"/>
                </a:solidFill>
                <a:latin typeface="Segoe UI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383280"/>
            <a:ext cx="8138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A78BFA"/>
                </a:solidFill>
                <a:latin typeface="Segoe UI"/>
              </a:rPr>
              <a:t>Koi sawaal ho to poochh lo  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069080"/>
            <a:ext cx="8138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472B6"/>
                </a:solidFill>
                <a:latin typeface="Segoe UI"/>
              </a:rPr>
              <a:t>Placement Predictor  •  Created by Vikas Yadav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